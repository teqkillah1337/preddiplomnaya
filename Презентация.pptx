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69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AA6B-3FF3-4FAD-B0A9-B595E396937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53CEB-EECB-4411-81C5-9A6565362F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705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AA6B-3FF3-4FAD-B0A9-B595E396937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53CEB-EECB-4411-81C5-9A6565362F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693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AA6B-3FF3-4FAD-B0A9-B595E396937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53CEB-EECB-4411-81C5-9A6565362F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211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AA6B-3FF3-4FAD-B0A9-B595E396937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53CEB-EECB-4411-81C5-9A6565362F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785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AA6B-3FF3-4FAD-B0A9-B595E396937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53CEB-EECB-4411-81C5-9A6565362F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5802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AA6B-3FF3-4FAD-B0A9-B595E396937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53CEB-EECB-4411-81C5-9A6565362F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722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AA6B-3FF3-4FAD-B0A9-B595E396937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53CEB-EECB-4411-81C5-9A6565362F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02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AA6B-3FF3-4FAD-B0A9-B595E396937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53CEB-EECB-4411-81C5-9A6565362F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388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AA6B-3FF3-4FAD-B0A9-B595E396937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53CEB-EECB-4411-81C5-9A6565362F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939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AA6B-3FF3-4FAD-B0A9-B595E396937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53CEB-EECB-4411-81C5-9A6565362F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215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AA6B-3FF3-4FAD-B0A9-B595E396937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53CEB-EECB-4411-81C5-9A6565362F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0955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8AA6B-3FF3-4FAD-B0A9-B595E396937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753CEB-EECB-4411-81C5-9A6565362F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68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500604"/>
            <a:ext cx="9144000" cy="925384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Тема: «Создание программного обеспечения для автоматизированной инвентаризации компьютерной техники»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66530" y="4534678"/>
            <a:ext cx="2114939" cy="213671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Беляев Данил Игоревич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22П-1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Специальность: 09.02.07 Информационные системы и программирование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28483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tabLst>
                <a:tab pos="450215" algn="l"/>
              </a:tabLs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КИРОВСКОЙ ОБЛАСТИ</a:t>
            </a:r>
          </a:p>
          <a:p>
            <a:pPr marL="228600" marR="278765" algn="ctr">
              <a:spcAft>
                <a:spcPts val="0"/>
              </a:spcAft>
              <a:tabLst>
                <a:tab pos="450215" algn="l"/>
              </a:tabLs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Кировское областное государственное профессиональное образовательное </a:t>
            </a:r>
          </a:p>
          <a:p>
            <a:pPr marL="228600" marR="278765" algn="ctr">
              <a:spcAft>
                <a:spcPts val="0"/>
              </a:spcAft>
              <a:tabLst>
                <a:tab pos="450215" algn="l"/>
              </a:tabLs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бюджетное учреждение  </a:t>
            </a:r>
          </a:p>
          <a:p>
            <a:pPr marL="228600" marR="278765" algn="ctr">
              <a:spcAft>
                <a:spcPts val="0"/>
              </a:spcAft>
              <a:tabLst>
                <a:tab pos="450215" algn="l"/>
              </a:tabLs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«Слободской колледж педагогики и социальных отношений»</a:t>
            </a:r>
          </a:p>
        </p:txBody>
      </p:sp>
    </p:spTree>
    <p:extLst>
      <p:ext uri="{BB962C8B-B14F-4D97-AF65-F5344CB8AC3E}">
        <p14:creationId xmlns:p14="http://schemas.microsoft.com/office/powerpoint/2010/main" val="980724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Место прохождения практики и рабочее место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53242" y="1552188"/>
            <a:ext cx="3324031" cy="16065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Администрация Слободского района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г. Слободской, ул. Советская, д. 86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7436498" y="1404400"/>
            <a:ext cx="36762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Рабочее место: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AMD Radeon Vega 8 Graphics / 8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ГБ ОЗУ / 512 ГБ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10 Pro x64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2022, MS Visio, MS Word</a:t>
            </a:r>
          </a:p>
        </p:txBody>
      </p:sp>
      <p:pic>
        <p:nvPicPr>
          <p:cNvPr id="1026" name="Picture 2" descr="Администрация Слободского района, администрация, Советская ул., 86,  Слободской — Яндекс Карты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435725"/>
            <a:ext cx="4030824" cy="302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 descr="https://slobodskoy.ru/wp-content/uploads/2022/06/IMG_20220617_101945-1024x768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359" y="3435725"/>
            <a:ext cx="4422399" cy="29687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5779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Высокие временные затраты при ручной инвентаризации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оперативного доступа к актуальным данным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Необходимость установки агентов на каждый компьютер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Риск человеческих ошибок при учёте техники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Автоматическое сканирование локальной сети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Удалённый сбор аппаратной и программной информации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Единая база данных о компьютерной технике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сведений об оборудовании в различных форматах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5897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55323E-1890-2F98-C7CD-55ED093E6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	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	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Framework 4.8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Графический интерфейс	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WPF + Material Design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информации	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WMI (Windows Management Instrumentation)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Сканирование сети	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ICMP (Ping), NetBIOS, DNS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Экспорт в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	iTextSharp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Экспорт в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EPPlus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Экспорт в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Newtonsoft.Json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Среда разработки	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239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ПРИЛОЖЕНИЯ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Модульная архитектура: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Сервисный слой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сканирование сети, сбор информации, экспорт данных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пользовательского интерфейса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WPF-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окна с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Design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 данных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ComputerInfo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PassportData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ScanResult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AppSettings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модули: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NetworkScanner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сканирование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диапазонов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InfoCollector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информации через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WMI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PassportExporter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экспорт в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PDF, JSON, Excel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5101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 ПРОГРАММЫ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4A2EAEA8-C3B2-2733-6EF9-4321CEE6F7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1293056"/>
              </p:ext>
            </p:extLst>
          </p:nvPr>
        </p:nvGraphicFramePr>
        <p:xfrm>
          <a:off x="1453896" y="2139220"/>
          <a:ext cx="8936884" cy="3863978"/>
        </p:xfrm>
        <a:graphic>
          <a:graphicData uri="http://schemas.openxmlformats.org/drawingml/2006/table">
            <a:tbl>
              <a:tblPr/>
              <a:tblGrid>
                <a:gridCol w="4468442">
                  <a:extLst>
                    <a:ext uri="{9D8B030D-6E8A-4147-A177-3AD203B41FA5}">
                      <a16:colId xmlns:a16="http://schemas.microsoft.com/office/drawing/2014/main" val="3341662016"/>
                    </a:ext>
                  </a:extLst>
                </a:gridCol>
                <a:gridCol w="4468442">
                  <a:extLst>
                    <a:ext uri="{9D8B030D-6E8A-4147-A177-3AD203B41FA5}">
                      <a16:colId xmlns:a16="http://schemas.microsoft.com/office/drawing/2014/main" val="42186612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Функция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52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Сканирование сети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Поиск активных компьютеров в заданном диапазоне IP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362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Сбор данных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Процессор, ОЗУ, диски, материнская плата, видеокарта, ОС, программы, драйверы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12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Экспорт сведений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HTML, PDF, JSON, Excel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758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Сравнение конфигураций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Отслеживание изменений в оборудовании и ПО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448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Wake-on-LAN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Удалённое включение компьютеров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449621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0E24FF44-926F-F712-DF6A-BE5CCEA1C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Основные возможности:</a:t>
            </a:r>
            <a:endParaRPr kumimoji="0" lang="ru-RU" altLang="ru-RU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453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 ОКНО ПРОГРАММЫ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55DF72F-9022-6F34-CB2D-627D5D1BC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150" y="1435608"/>
            <a:ext cx="9655700" cy="505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928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СКАНИРОВАНИЯ СЕТИ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3A8D776-5042-D213-53C8-471BD04F7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022" y="1916894"/>
            <a:ext cx="6315956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741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СВЕДЕНИЯ ОБ ОБОРУДОВАНИИ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88D6AD-5243-69E5-B73A-86F24ED5D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848" y="1788407"/>
            <a:ext cx="7252335" cy="506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365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ЭКСПОРТ 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5CDA23C-6645-8C4D-7785-145E9439E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84" y="2818279"/>
            <a:ext cx="11000232" cy="155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376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КОНФИГУРАЦИЙ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7110B0F-6EB8-723E-8E61-D365CB57D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336" y="1690688"/>
            <a:ext cx="8259328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545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СВЕДЕНИЙ О КОМПЬЮТЕРЕ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99982B5-E442-8F1C-4C51-EB0000756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465" y="1690688"/>
            <a:ext cx="8269070" cy="500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312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 УДАЛЁННОГО СБОРА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8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целевым компьютерам: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Разрешить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WMI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брандмауэре: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advfirewall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firewall add rule name="WMI - DCOM"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=in action=allow protocol=TCP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localport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=135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Настроить аутентификацию: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add "HKLM\SOFTWARE\Microsoft\Windows\CurrentVersion\Policies\System" /v "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LocalAccountTokenFilterPolicy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/t REG_DWORD /d 1 /f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Использовать одинаковые учётные записи или передавать логин/пароль в программе</a:t>
            </a:r>
          </a:p>
        </p:txBody>
      </p:sp>
    </p:spTree>
    <p:extLst>
      <p:ext uri="{BB962C8B-B14F-4D97-AF65-F5344CB8AC3E}">
        <p14:creationId xmlns:p14="http://schemas.microsoft.com/office/powerpoint/2010/main" val="3352066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3FC83-C511-F0FF-D13C-47551B364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5DC211-31B7-5678-7FE0-058FAF6DA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ТЕСТИРОВАНИЯ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CBE179-2C44-0AA3-ACF0-549345C2B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8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Проведено функциональное тестирование: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A9D4993A-F084-9380-A52C-1FB6F7518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934117"/>
              </p:ext>
            </p:extLst>
          </p:nvPr>
        </p:nvGraphicFramePr>
        <p:xfrm>
          <a:off x="838200" y="2688780"/>
          <a:ext cx="105156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7654844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844865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Тест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Результат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05341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Сканирование сети (254 адреса)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менее 30 сек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355782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Сбор данных с 1 компьютера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менее 10 сек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59780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Экспорт в 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HTML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менее 1 сек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896235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Экспорт в Excel (50 ПК)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менее 5 сек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019784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Сравнение конфигураций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корректно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137278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Wake-on-LAN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работает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496906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461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4B7CA-BD39-537B-3373-4C665FAD6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49409A-E84D-8AA5-F336-95B37356B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8CF92E-526A-69C3-9A92-3C2806549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8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программа «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PCInventory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для автоматизированной инвентаризации компьютерной техники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результаты: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Автоматическое сканирование локальной сети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Удалённый сбор аппаратной и программной информации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сведений об оборудовании в HTML, PDF, JSON, Excel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конфигураций для отслеживания изменений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Удалённое включение компьютеров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-LAN)</a:t>
            </a: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готова к внедрению в организации</a:t>
            </a:r>
          </a:p>
        </p:txBody>
      </p:sp>
    </p:spTree>
    <p:extLst>
      <p:ext uri="{BB962C8B-B14F-4D97-AF65-F5344CB8AC3E}">
        <p14:creationId xmlns:p14="http://schemas.microsoft.com/office/powerpoint/2010/main" val="1340659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 </a:t>
            </a:r>
          </a:p>
        </p:txBody>
      </p:sp>
    </p:spTree>
    <p:extLst>
      <p:ext uri="{BB962C8B-B14F-4D97-AF65-F5344CB8AC3E}">
        <p14:creationId xmlns:p14="http://schemas.microsoft.com/office/powerpoint/2010/main" val="33562176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538</Words>
  <Application>Microsoft Office PowerPoint</Application>
  <PresentationFormat>Широкоэкранный</PresentationFormat>
  <Paragraphs>99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quote-cjk-patch</vt:lpstr>
      <vt:lpstr>Times New Roman</vt:lpstr>
      <vt:lpstr>Тема Office</vt:lpstr>
      <vt:lpstr>Тема: «Создание программного обеспечения для автоматизированной инвентаризации компьютерной техники»</vt:lpstr>
      <vt:lpstr>Место прохождения практики и рабочее место</vt:lpstr>
      <vt:lpstr>АКТУАЛЬНОСТЬ</vt:lpstr>
      <vt:lpstr>ТЕХНОЛОГИИ</vt:lpstr>
      <vt:lpstr>АРХИТЕКТУРА ПРИЛОЖЕНИЯ</vt:lpstr>
      <vt:lpstr>ФУНКЦИОНАЛ ПРОГРАММЫ</vt:lpstr>
      <vt:lpstr>ГЛАВНОЕ ОКНО ПРОГРАММЫ</vt:lpstr>
      <vt:lpstr>ОКНО СКАНИРОВАНИЯ СЕТИ</vt:lpstr>
      <vt:lpstr>СВЕДЕНИЯ ОБ ОБОРУДОВАНИИ (HTML)</vt:lpstr>
      <vt:lpstr>ЭКСПОРТ В EXCEL</vt:lpstr>
      <vt:lpstr>СРАВНЕНИЕ КОНФИГУРАЦИЙ</vt:lpstr>
      <vt:lpstr>ОКНО СВЕДЕНИЙ О КОМПЬЮТЕРЕ</vt:lpstr>
      <vt:lpstr>НАСТРОЙКА УДАЛЁННОГО СБОРА ДАННЫХ</vt:lpstr>
      <vt:lpstr>РЕЗУЛЬТАТЫ ТЕСТИРОВАНИЯ</vt:lpstr>
      <vt:lpstr>ЗАКЛЮЧЕНИЕ</vt:lpstr>
      <vt:lpstr>СПАСИБО ЗА ВНИМАНИЕ!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Тема: «Создание программного обеспечения «Электронная приёмная администрации Слободского района»»</dc:title>
  <dc:creator>nick tekashi</dc:creator>
  <cp:lastModifiedBy>Danil Belyaev</cp:lastModifiedBy>
  <cp:revision>15</cp:revision>
  <dcterms:created xsi:type="dcterms:W3CDTF">2026-05-19T16:57:55Z</dcterms:created>
  <dcterms:modified xsi:type="dcterms:W3CDTF">2026-05-19T20:59:13Z</dcterms:modified>
</cp:coreProperties>
</file>